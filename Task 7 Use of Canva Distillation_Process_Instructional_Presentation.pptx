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9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4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6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4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8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552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3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99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5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8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7930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62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5890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68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594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3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7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5877" y="3209731"/>
            <a:ext cx="3638939" cy="625151"/>
          </a:xfrm>
        </p:spPr>
        <p:txBody>
          <a:bodyPr>
            <a:normAutofit fontScale="90000"/>
          </a:bodyPr>
          <a:lstStyle/>
          <a:p>
            <a:r>
              <a:rPr dirty="0"/>
              <a:t>Distillation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902" y="4464698"/>
            <a:ext cx="8229600" cy="667139"/>
          </a:xfrm>
        </p:spPr>
        <p:txBody>
          <a:bodyPr/>
          <a:lstStyle/>
          <a:p>
            <a:r>
              <a:rPr dirty="0"/>
              <a:t>Principle, Apparatus, Procedure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1722" y="46653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solidFill>
                  <a:srgbClr val="C00000"/>
                </a:solidFill>
              </a:rPr>
              <a:t>B. K. Birla College, </a:t>
            </a:r>
            <a:r>
              <a:rPr lang="en-IN" sz="3600" dirty="0" err="1" smtClean="0">
                <a:solidFill>
                  <a:srgbClr val="C00000"/>
                </a:solidFill>
              </a:rPr>
              <a:t>Kalyan</a:t>
            </a:r>
            <a:endParaRPr lang="en-IN" sz="3600" dirty="0" smtClean="0">
              <a:solidFill>
                <a:srgbClr val="C00000"/>
              </a:solidFill>
            </a:endParaRPr>
          </a:p>
          <a:p>
            <a:pPr algn="ctr"/>
            <a:r>
              <a:rPr lang="en-IN" dirty="0" smtClean="0">
                <a:solidFill>
                  <a:srgbClr val="0070C0"/>
                </a:solidFill>
              </a:rPr>
              <a:t>Department of Chemistry</a:t>
            </a:r>
          </a:p>
          <a:p>
            <a:pPr algn="ctr"/>
            <a:endParaRPr lang="en-IN" dirty="0">
              <a:solidFill>
                <a:srgbClr val="0070C0"/>
              </a:solidFill>
            </a:endParaRPr>
          </a:p>
          <a:p>
            <a:pPr algn="ctr"/>
            <a:r>
              <a:rPr lang="en-IN" dirty="0" err="1" smtClean="0">
                <a:solidFill>
                  <a:srgbClr val="0070C0"/>
                </a:solidFill>
              </a:rPr>
              <a:t>Dr.</a:t>
            </a:r>
            <a:r>
              <a:rPr lang="en-IN" dirty="0" smtClean="0">
                <a:solidFill>
                  <a:srgbClr val="0070C0"/>
                </a:solidFill>
              </a:rPr>
              <a:t> Vilas </a:t>
            </a:r>
            <a:r>
              <a:rPr lang="en-IN" dirty="0" err="1" smtClean="0">
                <a:solidFill>
                  <a:srgbClr val="0070C0"/>
                </a:solidFill>
              </a:rPr>
              <a:t>Khairnar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9429" y="2351885"/>
            <a:ext cx="602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FF0000"/>
                </a:solidFill>
              </a:rPr>
              <a:t>Instructional Designing 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Define distillation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Differentiate simple &amp; fractional distillation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Identify apparatus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Explain </a:t>
            </a:r>
            <a:r>
              <a:rPr dirty="0"/>
              <a:t>procedure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smtClean="0"/>
              <a:t>Apply </a:t>
            </a:r>
            <a:r>
              <a:rPr dirty="0"/>
              <a:t>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Prerequisite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861457"/>
          </a:xfrm>
        </p:spPr>
        <p:txBody>
          <a:bodyPr/>
          <a:lstStyle/>
          <a:p>
            <a:r>
              <a:rPr dirty="0" smtClean="0"/>
              <a:t>Boiling point</a:t>
            </a:r>
            <a:endParaRPr lang="en-IN" dirty="0" smtClean="0"/>
          </a:p>
          <a:p>
            <a:r>
              <a:rPr dirty="0" smtClean="0"/>
              <a:t>Vapor pressure</a:t>
            </a:r>
            <a:endParaRPr lang="en-IN" dirty="0" smtClean="0"/>
          </a:p>
          <a:p>
            <a:r>
              <a:rPr dirty="0" smtClean="0"/>
              <a:t>Phase </a:t>
            </a:r>
            <a:r>
              <a:rPr dirty="0"/>
              <a:t>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can two miscible liquids be separated?</a:t>
            </a:r>
          </a:p>
          <a:p>
            <a:r>
              <a:t>Examples: Water purification, Petroleum refining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Distillation is a separation technique based on differences in boiling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Liquid → Vapor → Condensation</a:t>
            </a:r>
          </a:p>
          <a:p>
            <a:r>
              <a:rPr dirty="0"/>
              <a:t>Separation based on volatility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646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Types of Distillation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Simple Distillation</a:t>
            </a:r>
          </a:p>
          <a:p>
            <a:r>
              <a:rPr dirty="0"/>
              <a:t>Fractional Distillation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Apparatus – Simple Distillation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837" y="1152331"/>
            <a:ext cx="8229600" cy="611155"/>
          </a:xfrm>
        </p:spPr>
        <p:txBody>
          <a:bodyPr/>
          <a:lstStyle/>
          <a:p>
            <a:r>
              <a:rPr dirty="0"/>
              <a:t>Flask, Thermometer, Condenser, Receiver</a:t>
            </a:r>
          </a:p>
        </p:txBody>
      </p:sp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71" y="1763486"/>
            <a:ext cx="6917758" cy="5028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Apparatus – Fractional Distillation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Fractionating column improves separation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Heat mixture</a:t>
            </a:r>
          </a:p>
          <a:p>
            <a:r>
              <a:t>2. Vaporization</a:t>
            </a:r>
          </a:p>
          <a:p>
            <a:r>
              <a:t>3. Condensation</a:t>
            </a:r>
          </a:p>
          <a:p>
            <a:r>
              <a:t>4. 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recorded</a:t>
            </a:r>
          </a:p>
          <a:p>
            <a:r>
              <a:t>Purity of distillate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Laboratory purification</a:t>
            </a:r>
          </a:p>
          <a:p>
            <a:r>
              <a:t>Petroleum refining</a:t>
            </a:r>
          </a:p>
          <a:p>
            <a:r>
              <a:t>Pharmaceutical industry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Safety Precautions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closed systems</a:t>
            </a:r>
          </a:p>
          <a:p>
            <a:r>
              <a:t>Ensure condenser water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MCQs</a:t>
            </a:r>
          </a:p>
          <a:p>
            <a:r>
              <a:t>Diagram labeling</a:t>
            </a:r>
          </a:p>
          <a:p>
            <a:r>
              <a:t>Short answers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Learning Outcome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Outcome → Activity → Assessment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</a:t>
            </a:r>
          </a:p>
          <a:p>
            <a:r>
              <a:t>Reflection question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Extension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Virtual lab</a:t>
            </a:r>
          </a:p>
          <a:p>
            <a:r>
              <a:rPr dirty="0"/>
              <a:t>Industrial case study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163" y="2848946"/>
            <a:ext cx="6347713" cy="1424473"/>
          </a:xfrm>
        </p:spPr>
        <p:txBody>
          <a:bodyPr>
            <a:noAutofit/>
          </a:bodyPr>
          <a:lstStyle/>
          <a:p>
            <a:r>
              <a:rPr lang="en-IN" sz="8800" dirty="0" smtClean="0">
                <a:solidFill>
                  <a:srgbClr val="FF0000"/>
                </a:solidFill>
              </a:rPr>
              <a:t>THANK YOU</a:t>
            </a:r>
            <a:endParaRPr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82633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178</Words>
  <Application>Microsoft Office PowerPoint</Application>
  <PresentationFormat>On-screen Show (4:3)</PresentationFormat>
  <Paragraphs>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Trebuchet MS</vt:lpstr>
      <vt:lpstr>Wingdings</vt:lpstr>
      <vt:lpstr>Wingdings 3</vt:lpstr>
      <vt:lpstr>Facet</vt:lpstr>
      <vt:lpstr>Distillation Process</vt:lpstr>
      <vt:lpstr>Learning Outcomes</vt:lpstr>
      <vt:lpstr>Prerequisite Knowledge</vt:lpstr>
      <vt:lpstr>Introduction</vt:lpstr>
      <vt:lpstr>Definition</vt:lpstr>
      <vt:lpstr>Principle</vt:lpstr>
      <vt:lpstr>Types of Distillation</vt:lpstr>
      <vt:lpstr>Apparatus – Simple Distillation</vt:lpstr>
      <vt:lpstr>Apparatus – Fractional Distillation</vt:lpstr>
      <vt:lpstr>Procedure</vt:lpstr>
      <vt:lpstr>Observations</vt:lpstr>
      <vt:lpstr>Applications</vt:lpstr>
      <vt:lpstr>Safety Precautions</vt:lpstr>
      <vt:lpstr>Assessment</vt:lpstr>
      <vt:lpstr>Learning Outcome Mapping</vt:lpstr>
      <vt:lpstr>Recap</vt:lpstr>
      <vt:lpstr>Extension Activity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Distillation Process</dc:title>
  <dc:subject/>
  <dc:creator/>
  <cp:keywords/>
  <dc:description>generated using python-pptx</dc:description>
  <cp:lastModifiedBy>Khairnar, Vilas</cp:lastModifiedBy>
  <cp:revision>9</cp:revision>
  <dcterms:created xsi:type="dcterms:W3CDTF">2013-01-27T09:14:16Z</dcterms:created>
  <dcterms:modified xsi:type="dcterms:W3CDTF">2026-01-05T18:26:20Z</dcterms:modified>
  <cp:category/>
</cp:coreProperties>
</file>